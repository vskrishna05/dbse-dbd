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3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34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914400"/>
            <a:ext cx="3291840" cy="329184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371600"/>
            <a:ext cx="2286000" cy="228600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-75777"/>
            <a:ext cx="1554480" cy="11514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602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and Billing SaaS for Banking and Fintech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948940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Krishna — 2520030027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Pavan Kumar — 2520030029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Srivarun — 2520030324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S. Spandana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Yerragudipadu Subbarayudu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This?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companies handle many activities every day: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tracking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invoices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refunds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887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017520"/>
            <a:ext cx="52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263140" y="3017520"/>
            <a:ext cx="11887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6314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51860" y="3017520"/>
            <a:ext cx="52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977640" y="3017520"/>
            <a:ext cx="11887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3017520"/>
            <a:ext cx="52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692140" y="3017520"/>
            <a:ext cx="11887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9214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80860" y="3017520"/>
            <a:ext cx="52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06640" y="3017520"/>
            <a:ext cx="11887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these activities are handled separately, managing everything becomes difficult.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financial operations are connected, but they are often handled through different processes.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230428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handled through different processes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is difficult to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work done again and again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manual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and repayments kept separate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manage loans and repayments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payments in different processes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payments are handled separately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companies and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manage them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was to bring these activities together in one place.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developed a centralized platform for banking and fintech companies. It brings together: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560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subscriptions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and repayments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2560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invoices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651760"/>
            <a:ext cx="2560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refunds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651760"/>
            <a:ext cx="2560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support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main financial operations.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2290" y="13670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 is our multi-company SaaS platform for managing banking and fintech financial operations.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2290" y="1915668"/>
            <a:ext cx="3931920" cy="18288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5170" y="19796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5170" y="232714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subscriptions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loans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repayments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57090" y="1915668"/>
            <a:ext cx="3931920" cy="18288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9970" y="19796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ADMIN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39970" y="232714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plans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support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manages its own customers and financial data.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and Billing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4630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938528" y="146304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8528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14630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28416" y="146304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8416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14630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18304" y="146304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8304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15584" y="14630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08192" y="146304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331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269748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938528" y="269748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38528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035808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328416" y="269748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28416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425696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718304" y="269748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18304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815584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108192" y="269748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08192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Schedule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205472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98080" y="2697480"/>
            <a:ext cx="10972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connects the complete journey instead of treating each activity separately.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the System 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manage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90495" y="128016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0495" y="128016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3375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Subscriptions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73375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plans and subscribe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2350" y="128016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2350" y="128016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1523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Management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15230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applications and loans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4206" y="128016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4206" y="128016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7086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Tracking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7086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schedules and repayments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7889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502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invoices and track payments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90495" y="278892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0495" y="27889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73375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Refunds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773375" y="3502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payments and refunds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32350" y="278892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2350" y="27889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1523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Support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815230" y="3502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updates and handle support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4206" y="2788920"/>
            <a:ext cx="192024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4206" y="27889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7086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Reporting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57086" y="3502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records and view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pic>
        <p:nvPicPr>
          <p:cNvPr id="7" name="Image 0" descr="img/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24128"/>
            <a:ext cx="1722589" cy="3611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0" y="20116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handles the user interface, Node.js and Express provide the API gateway, FastAPI manages the backend services, and MySQL stores the data.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3291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FinCore system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pic>
        <p:nvPicPr>
          <p:cNvPr id="7" name="Image 0" descr="img/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24128"/>
            <a:ext cx="2407920" cy="3611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931920" y="2011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connects companies, customers, plans, loans, repayments, invoices, payments and other supporting information.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FinCore database design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Data Separate and Controlled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 is designed to support multiple financial companies. Each company can have: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468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manage their company’s operations.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468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belong to their respective company.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468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DATA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company’s information should not be mixed with another company’s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8046720" cy="8686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035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3101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 |   Role-based access   |   Session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   |   Rate limiting   |   Security headers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user should see the right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What We Achieved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DD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the important parts of the system during development.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and repayment logic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startup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payment operations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931920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Financial Calculation Tests Passed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foundation for managing banking and fintech financial operations through one platform.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9260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 and OTP delivery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authentication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payment gateway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event processing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deployment improvements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914400"/>
            <a:ext cx="3291840" cy="329184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371600"/>
            <a:ext cx="2286000" cy="228600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1005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2705100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8321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and Billing SaaS for Banking and Fintech</a:t>
            </a:r>
            <a:endParaRPr lang="en-US" sz="1300" dirty="0"/>
          </a:p>
        </p:txBody>
      </p:sp>
      <p:pic>
        <p:nvPicPr>
          <p:cNvPr id="15" name="Image 0" descr="img/logo.png">
            <a:extLst>
              <a:ext uri="{FF2B5EF4-FFF2-40B4-BE49-F238E27FC236}">
                <a16:creationId xmlns:a16="http://schemas.microsoft.com/office/drawing/2014/main" id="{4812757B-A3AA-959C-74CC-629654AE8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-75777"/>
            <a:ext cx="1554480" cy="1151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630</Words>
  <Application>Microsoft Office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 Sai Krishna</cp:lastModifiedBy>
  <cp:revision>12</cp:revision>
  <dcterms:created xsi:type="dcterms:W3CDTF">2026-10-06T15:04:24Z</dcterms:created>
  <dcterms:modified xsi:type="dcterms:W3CDTF">2026-10-06T15:57:20Z</dcterms:modified>
</cp:coreProperties>
</file>